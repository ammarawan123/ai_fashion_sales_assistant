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96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206240" cy="42062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11759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FASHION SALES ASSISTANT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Quality Assurance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Hafiz Melad Ahmed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Testing &amp; Quality Assurance Lead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r>
              <a:rPr lang="en-US" sz="15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AI-powered system built for clothing brands to automate customer engagement and sales operations end-to-end.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102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953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Replies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3227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conversational responses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9712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product suggestions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48399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690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Collection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capture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83680" y="141732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4A1F3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694944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49440" y="2057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Brands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949440" y="2697480"/>
            <a:ext cx="384048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6949440" y="30175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199" y="31482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Mgmt.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6352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customer records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949440" y="39319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0199" y="40626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3524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63524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control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949440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  +  WhatsApp  +  Web Dashboard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brands receive repeated customer messages every day — manual replies slow down sales.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2048256"/>
            <a:ext cx="457200" cy="4572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671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"Price?"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80560" y="18288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709160" y="2048256"/>
            <a:ext cx="457200" cy="4572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1671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available?"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321040" y="18288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8549640" y="2048256"/>
            <a:ext cx="457200" cy="4572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167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sizes are available?"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868680" y="3602736"/>
            <a:ext cx="457200" cy="4572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2160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"Delivery charges?"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480560" y="33832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4709160" y="3602736"/>
            <a:ext cx="457200" cy="4572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72160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exchange it?"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8321040" y="33832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8"/>
          <p:cNvSpPr/>
          <p:nvPr/>
        </p:nvSpPr>
        <p:spPr>
          <a:xfrm>
            <a:off x="8549640" y="3602736"/>
            <a:ext cx="457200" cy="4572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721608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0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I place an order?"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replies take time and reduce sales efficiency.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3840480" cy="384048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 sales assistant that automatically replies to </a:t>
            </a:r>
            <a:r>
              <a:rPr lang="en-US" sz="18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8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 messages, understands customer queries, recommends products, and collects orders automatically.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7863840" cy="1234440"/>
          </a:xfrm>
          <a:prstGeom prst="roundRect">
            <a:avLst>
              <a:gd name="adj" fmla="val 7407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97280" y="3593592"/>
            <a:ext cx="640080" cy="640080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376001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340156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a professional sales representative for a clothing brand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578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1F3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85900" y="182880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0071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 Automation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6042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320540" y="1828800"/>
            <a:ext cx="685800" cy="685800"/>
          </a:xfrm>
          <a:prstGeom prst="ellipse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0071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758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9506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1F3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7155180" y="182880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0071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222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02970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9989820" y="1828800"/>
            <a:ext cx="685800" cy="685800"/>
          </a:xfrm>
          <a:prstGeom prst="ellipse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20071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6686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Collection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25780" y="3749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1F3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1485900" y="406908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208" y="424738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2940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360420" y="3749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8"/>
          <p:cNvSpPr/>
          <p:nvPr/>
        </p:nvSpPr>
        <p:spPr>
          <a:xfrm>
            <a:off x="4320540" y="4069080"/>
            <a:ext cx="685800" cy="685800"/>
          </a:xfrm>
          <a:prstGeom prst="ellipse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424738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97580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195060" y="3749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1F3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7155180" y="406908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3488" y="4247388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32220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Replies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74904" y="141732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" y="1417320"/>
            <a:ext cx="2121408" cy="777240"/>
          </a:xfrm>
          <a:prstGeom prst="roundRect">
            <a:avLst>
              <a:gd name="adj" fmla="val 11765"/>
            </a:avLst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74904" y="1828800"/>
            <a:ext cx="2121408" cy="365760"/>
          </a:xfrm>
          <a:prstGeom prst="rect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12064" y="14173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" y="2496312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58952" y="236829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9496" y="3063240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58952" y="2935224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97480" y="141732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697480" y="1417320"/>
            <a:ext cx="2121408" cy="777240"/>
          </a:xfrm>
          <a:prstGeom prst="roundRect">
            <a:avLst>
              <a:gd name="adj" fmla="val 11765"/>
            </a:avLst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697480" y="1828800"/>
            <a:ext cx="2121408" cy="365760"/>
          </a:xfrm>
          <a:prstGeom prst="rect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834640" y="14173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62072" y="2496312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081528" y="236829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862072" y="3063240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081528" y="2935224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0056" y="141732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020056" y="1417320"/>
            <a:ext cx="2121408" cy="777240"/>
          </a:xfrm>
          <a:prstGeom prst="roundRect">
            <a:avLst>
              <a:gd name="adj" fmla="val 11765"/>
            </a:avLst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020056" y="1828800"/>
            <a:ext cx="2121408" cy="365760"/>
          </a:xfrm>
          <a:prstGeom prst="rect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157216" y="14173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84648" y="2496312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04104" y="236829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42632" y="141732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342632" y="1417320"/>
            <a:ext cx="2121408" cy="777240"/>
          </a:xfrm>
          <a:prstGeom prst="roundRect">
            <a:avLst>
              <a:gd name="adj" fmla="val 11765"/>
            </a:avLst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342632" y="1828800"/>
            <a:ext cx="2121408" cy="365760"/>
          </a:xfrm>
          <a:prstGeom prst="rect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479792" y="14173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07224" y="2496312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726680" y="236829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07224" y="3063240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726680" y="2935224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07224" y="3630168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726680" y="3502152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665208" y="141732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665208" y="1417320"/>
            <a:ext cx="2121408" cy="777240"/>
          </a:xfrm>
          <a:prstGeom prst="roundRect">
            <a:avLst>
              <a:gd name="adj" fmla="val 11765"/>
            </a:avLst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665208" y="1828800"/>
            <a:ext cx="2121408" cy="365760"/>
          </a:xfrm>
          <a:prstGeom prst="rect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9802368" y="14173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APIs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829800" y="2496312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049256" y="236829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829800" y="3063240"/>
            <a:ext cx="109728" cy="109728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049256" y="2935224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508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54380" y="17830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9376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admin access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0540" y="1508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94860" y="17830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19376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8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486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products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61020" y="15087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435340" y="17830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19376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534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3534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customer records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0060" y="3840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5438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2693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4380" y="5212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track orders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0540" y="3840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459486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42693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486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API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4860" y="5212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query handling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61020" y="3840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843534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874" y="42693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534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35340" y="5212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operations hub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Collections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that power the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0060" y="160020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54380" y="1874520"/>
            <a:ext cx="594360" cy="594360"/>
          </a:xfrm>
          <a:prstGeom prst="ellipse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590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4380" y="2651760"/>
            <a:ext cx="29718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772668" y="2916936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829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2668" y="3300984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8298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" y="3685032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982980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2668" y="4069080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982980" y="3941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&amp; colors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2668" y="4453128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98298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72668" y="4837176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98298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72668" y="5221224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98298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72668" y="5605272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982980" y="5477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320540" y="160020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594860" y="1874520"/>
            <a:ext cx="594360" cy="594360"/>
          </a:xfrm>
          <a:prstGeom prst="ellipse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029054"/>
            <a:ext cx="285293" cy="28529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2638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4594860" y="2651760"/>
            <a:ext cx="29718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4613148" y="2916936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48234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613148" y="3300984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9"/>
          <p:cNvSpPr/>
          <p:nvPr/>
        </p:nvSpPr>
        <p:spPr>
          <a:xfrm>
            <a:off x="482346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613148" y="3685032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4823460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ID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4613148" y="4069080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3"/>
          <p:cNvSpPr/>
          <p:nvPr/>
        </p:nvSpPr>
        <p:spPr>
          <a:xfrm>
            <a:off x="4823460" y="3941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4613148" y="4453128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5"/>
          <p:cNvSpPr/>
          <p:nvPr/>
        </p:nvSpPr>
        <p:spPr>
          <a:xfrm>
            <a:off x="482346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8161020" y="160020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7"/>
          <p:cNvSpPr/>
          <p:nvPr/>
        </p:nvSpPr>
        <p:spPr>
          <a:xfrm>
            <a:off x="8435340" y="1874520"/>
            <a:ext cx="594360" cy="594360"/>
          </a:xfrm>
          <a:prstGeom prst="ellipse">
            <a:avLst/>
          </a:prstGeom>
          <a:solidFill>
            <a:srgbClr val="4A1F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2029054"/>
            <a:ext cx="285293" cy="285293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16686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800" dirty="0"/>
          </a:p>
        </p:txBody>
      </p:sp>
      <p:sp>
        <p:nvSpPr>
          <p:cNvPr id="44" name="Shape 39"/>
          <p:cNvSpPr/>
          <p:nvPr/>
        </p:nvSpPr>
        <p:spPr>
          <a:xfrm>
            <a:off x="8435340" y="2651760"/>
            <a:ext cx="29718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0"/>
          <p:cNvSpPr/>
          <p:nvPr/>
        </p:nvSpPr>
        <p:spPr>
          <a:xfrm>
            <a:off x="8453628" y="2916936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1"/>
          <p:cNvSpPr/>
          <p:nvPr/>
        </p:nvSpPr>
        <p:spPr>
          <a:xfrm>
            <a:off x="86639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8453628" y="3300984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3"/>
          <p:cNvSpPr/>
          <p:nvPr/>
        </p:nvSpPr>
        <p:spPr>
          <a:xfrm>
            <a:off x="866394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250" dirty="0"/>
          </a:p>
        </p:txBody>
      </p:sp>
      <p:sp>
        <p:nvSpPr>
          <p:cNvPr id="49" name="Shape 44"/>
          <p:cNvSpPr/>
          <p:nvPr/>
        </p:nvSpPr>
        <p:spPr>
          <a:xfrm>
            <a:off x="8453628" y="3685032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5"/>
          <p:cNvSpPr/>
          <p:nvPr/>
        </p:nvSpPr>
        <p:spPr>
          <a:xfrm>
            <a:off x="8663940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51" name="Shape 46"/>
          <p:cNvSpPr/>
          <p:nvPr/>
        </p:nvSpPr>
        <p:spPr>
          <a:xfrm>
            <a:off x="8453628" y="4069080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7"/>
          <p:cNvSpPr/>
          <p:nvPr/>
        </p:nvSpPr>
        <p:spPr>
          <a:xfrm>
            <a:off x="8663940" y="3941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8453628" y="4453128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49"/>
          <p:cNvSpPr/>
          <p:nvPr/>
        </p:nvSpPr>
        <p:spPr>
          <a:xfrm>
            <a:off x="866394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55" name="Shape 50"/>
          <p:cNvSpPr/>
          <p:nvPr/>
        </p:nvSpPr>
        <p:spPr>
          <a:xfrm>
            <a:off x="8453628" y="4837176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866394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250" dirty="0"/>
          </a:p>
        </p:txBody>
      </p:sp>
      <p:sp>
        <p:nvSpPr>
          <p:cNvPr id="57" name="Shape 52"/>
          <p:cNvSpPr/>
          <p:nvPr/>
        </p:nvSpPr>
        <p:spPr>
          <a:xfrm>
            <a:off x="8453628" y="5221224"/>
            <a:ext cx="91440" cy="9144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3"/>
          <p:cNvSpPr/>
          <p:nvPr/>
        </p:nvSpPr>
        <p:spPr>
          <a:xfrm>
            <a:off x="866394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number</a:t>
            </a:r>
            <a:endParaRPr lang="en-US" sz="1250" dirty="0"/>
          </a:p>
        </p:txBody>
      </p:sp>
      <p:sp>
        <p:nvSpPr>
          <p:cNvPr id="59" name="Text 5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Performed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1707185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08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65" y="170718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508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28600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777240" y="2377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2484425"/>
            <a:ext cx="197510" cy="1975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286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17920" y="228600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6355080" y="2377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65" y="2484425"/>
            <a:ext cx="197510" cy="1975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2286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306324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3261665"/>
            <a:ext cx="197510" cy="1975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063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APIs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217920" y="306324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18"/>
          <p:cNvSpPr/>
          <p:nvPr/>
        </p:nvSpPr>
        <p:spPr>
          <a:xfrm>
            <a:off x="6355080" y="31546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65" y="3261665"/>
            <a:ext cx="197510" cy="19751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063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API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40080" y="384048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4038905"/>
            <a:ext cx="197510" cy="19751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25880" y="38404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4A1F3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24"/>
          <p:cNvSpPr/>
          <p:nvPr/>
        </p:nvSpPr>
        <p:spPr>
          <a:xfrm>
            <a:off x="640080" y="4892040"/>
            <a:ext cx="2720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34" name="Text 25"/>
          <p:cNvSpPr/>
          <p:nvPr/>
        </p:nvSpPr>
        <p:spPr>
          <a:xfrm>
            <a:off x="640080" y="5486400"/>
            <a:ext cx="2720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Run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3360420" y="4892040"/>
            <a:ext cx="2720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36" name="Text 27"/>
          <p:cNvSpPr/>
          <p:nvPr/>
        </p:nvSpPr>
        <p:spPr>
          <a:xfrm>
            <a:off x="3360420" y="5486400"/>
            <a:ext cx="2720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6080760" y="4892040"/>
            <a:ext cx="2720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38" name="Text 29"/>
          <p:cNvSpPr/>
          <p:nvPr/>
        </p:nvSpPr>
        <p:spPr>
          <a:xfrm>
            <a:off x="6080760" y="5486400"/>
            <a:ext cx="2720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8801100" y="4892040"/>
            <a:ext cx="2720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40" name="Text 31"/>
          <p:cNvSpPr/>
          <p:nvPr/>
        </p:nvSpPr>
        <p:spPr>
          <a:xfrm>
            <a:off x="8801100" y="5486400"/>
            <a:ext cx="2720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Found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fixes were verified with git status and re-testing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schema syntax issue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03520" y="1851660"/>
            <a:ext cx="365760" cy="36576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18" y="1946758"/>
            <a:ext cx="175565" cy="1755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63640" y="16002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7"/>
          <p:cNvSpPr/>
          <p:nvPr/>
        </p:nvSpPr>
        <p:spPr>
          <a:xfrm>
            <a:off x="6464808" y="178308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67" y="19138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1600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category field in Product model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10927080" y="1851660"/>
            <a:ext cx="365760" cy="36576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178" y="1946758"/>
            <a:ext cx="175565" cy="17556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2697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1"/>
          <p:cNvSpPr/>
          <p:nvPr/>
        </p:nvSpPr>
        <p:spPr>
          <a:xfrm>
            <a:off x="841248" y="288036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301111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2697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single order GET route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5303520" y="2948940"/>
            <a:ext cx="365760" cy="36576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18" y="3044038"/>
            <a:ext cx="175565" cy="17556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63640" y="2697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5"/>
          <p:cNvSpPr/>
          <p:nvPr/>
        </p:nvSpPr>
        <p:spPr>
          <a:xfrm>
            <a:off x="6464808" y="288036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67" y="3011119"/>
            <a:ext cx="241402" cy="24140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0" y="2697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.env file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10927080" y="2948940"/>
            <a:ext cx="365760" cy="36576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178" y="3044038"/>
            <a:ext cx="175565" cy="175565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40080" y="37947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19"/>
          <p:cNvSpPr/>
          <p:nvPr/>
        </p:nvSpPr>
        <p:spPr>
          <a:xfrm>
            <a:off x="841248" y="397764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4108399"/>
            <a:ext cx="241402" cy="24140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508760" y="3794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SRV connection issue</a:t>
            </a:r>
            <a:endParaRPr lang="en-US" sz="1350" dirty="0"/>
          </a:p>
        </p:txBody>
      </p:sp>
      <p:sp>
        <p:nvSpPr>
          <p:cNvPr id="32" name="Shape 21"/>
          <p:cNvSpPr/>
          <p:nvPr/>
        </p:nvSpPr>
        <p:spPr>
          <a:xfrm>
            <a:off x="5303520" y="4046220"/>
            <a:ext cx="365760" cy="36576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18" y="4141318"/>
            <a:ext cx="175565" cy="175565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263640" y="37947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3"/>
          <p:cNvSpPr/>
          <p:nvPr/>
        </p:nvSpPr>
        <p:spPr>
          <a:xfrm>
            <a:off x="6464808" y="3977640"/>
            <a:ext cx="502920" cy="50292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67" y="4108399"/>
            <a:ext cx="241402" cy="24140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132320" y="3794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axios frontend dependency</a:t>
            </a:r>
            <a:endParaRPr lang="en-US" sz="1350" dirty="0"/>
          </a:p>
        </p:txBody>
      </p:sp>
      <p:sp>
        <p:nvSpPr>
          <p:cNvPr id="38" name="Shape 25"/>
          <p:cNvSpPr/>
          <p:nvPr/>
        </p:nvSpPr>
        <p:spPr>
          <a:xfrm>
            <a:off x="10927080" y="4046220"/>
            <a:ext cx="365760" cy="36576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178" y="4141318"/>
            <a:ext cx="175565" cy="175565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776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08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not fully connected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44144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70936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4414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 automation not fully implemented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37413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868680" y="35112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642055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37413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integration incomplete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430682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868680" y="44439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4574743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3068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upload system incomplete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523951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868680" y="53766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5507431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2395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basic, needs hardening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4754880" cy="475488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4206240" cy="42062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 connection, product APIs, customer APIs, order APIs, chatbot API, and the frontend dashboard were all tested successfully.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 was prepared covering API reference, deployment, user manual, QA checklist, test report, and bug report.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51560" y="3977640"/>
            <a:ext cx="594360" cy="594360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94" y="41321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374904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 ready for basic demonstration and further integration work.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516636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4A1F30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68680" y="5166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06040" y="516636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4A1F30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651760" y="5166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0" y="516636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4A1F30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434840" y="5166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516636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4A1F30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217920" y="5166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Checklist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0" y="516636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4A1F30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001000" y="5166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738360" y="516636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4A1F30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9784080" y="5166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Fashion Sales Assistant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8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540</Words>
  <Application>Microsoft Office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Fashion Sales Assistant - Documentation &amp; QA</dc:title>
  <dc:subject>PptxGenJS Presentation</dc:subject>
  <dc:creator>Abdullah</dc:creator>
  <cp:lastModifiedBy>Hafiz Melad</cp:lastModifiedBy>
  <cp:revision>2</cp:revision>
  <dcterms:created xsi:type="dcterms:W3CDTF">2026-07-07T15:17:57Z</dcterms:created>
  <dcterms:modified xsi:type="dcterms:W3CDTF">2026-07-07T15:23:50Z</dcterms:modified>
</cp:coreProperties>
</file>